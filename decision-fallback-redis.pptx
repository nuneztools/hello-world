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DE DISEÑO  ·  REQUIERE DECISIÓN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 de Redis y la precedencia de rechazo en doubleCheckEligibility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durante la implementación del rediseño de la capa Redis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" cy="100584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937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Alvaro — Dev Senior, Equipo CCA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Para: Tech Lead y Manager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CCACCS-254 · branch bugfix/CCACCS-254-refactorizacion-redis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ejecutivo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 en 30 segundos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7280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91440" cy="10241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733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encontré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1673352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doubleCheckEligibility depende del cache de Redis para preservar una regla de negocio: un rechazo previo (05) debe prevalecer sobre una evaluación posterior (85).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1097280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24912"/>
            <a:ext cx="91440" cy="1024128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84378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284378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Redis está caído, esa regla se rompe: una tarjeta rechazada puede recibir 2FA y, al pasarlo, terminar tokenizada. No hay control posterior que lo atrape.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1097280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895344"/>
            <a:ext cx="91440" cy="1024128"/>
          </a:xfrm>
          <a:prstGeom prst="rect">
            <a:avLst/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1421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401421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comportamiento preexistente (anterior al rediseño). Ningún test cubría el escenario de Redis caído, por eso nunca se detectó.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65776"/>
            <a:ext cx="1097280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065776"/>
            <a:ext cx="91440" cy="102412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1846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importa ahora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51846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rediseño hace el fallo silencioso (degrada en vez de fallar con error). Lo conocemos, así que toca decidir cómo tratarlo.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Hallazgo de diseño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flujo y la regla de negocio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requests de Visa, conectados únicamente por Redis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1737360"/>
          </a:xfrm>
          <a:prstGeom prst="rect">
            <a:avLst/>
          </a:prstGeom>
          <a:solidFill>
            <a:srgbClr val="F7F9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REQUEST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CheckEligibilityCAGateway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300" b="1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05 — RECHAZO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se guarda en Redis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97880" y="2286000"/>
            <a:ext cx="457200" cy="36576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1600200"/>
            <a:ext cx="5120640" cy="1737360"/>
          </a:xfrm>
          <a:prstGeom prst="rect">
            <a:avLst/>
          </a:prstGeom>
          <a:solidFill>
            <a:srgbClr val="F7F9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REQUEST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20840" y="21945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PostCheckEligibilityOperations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código propio sería: </a:t>
            </a:r>
            <a:pPr indent="0" marL="0">
              <a:buNone/>
            </a:pPr>
            <a:r>
              <a:rPr lang="en-US" sz="1300" b="1" dirty="0">
                <a:solidFill>
                  <a:srgbClr val="2E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— ELEGIBLE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leer de Redis el 05 cacheado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09728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657600"/>
            <a:ext cx="91440" cy="105156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94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NEGOCIO (precedencia de rechazo)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2do request debe recibir el 05 (rechazo) cacheado por el 1ro, NO re-evaluar y producir 85. Un rechazo previo gana sobre una elegibilidad posterior. El cache es el mecanismo que implementa esta regla.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10972800" cy="9144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983480"/>
            <a:ext cx="91440" cy="91440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20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clave: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dos requests HTTP separados. No comparten memoria. Redis es el ÚNICO puente entre ellos. Por lo tanto, para este flujo, Redis no es una optimización — es una dependencia funcional.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Hallazgo de diseño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pasa cuando Redis está caído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de eventos confirmada por análisis del código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270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request no puede leer el cache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caído → RedisResilientClient devuelve vacío → el aspecto lo interpreta como cache miss.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0574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8C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441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se re-ejecuta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8072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no haber valor cacheado, se ejecuta convertResponse con el código propio del 2do request: 85.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2971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8C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548640" cy="548640"/>
          </a:xfrm>
          <a:prstGeom prst="ellipse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355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el rechazo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7216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pasa a ser 85 (elegible) en vez del 05 (rechazo). La regla de precedencia se rompe.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8C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548640" cy="548640"/>
          </a:xfrm>
          <a:prstGeom prst="ellipse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270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solicita 2FA al usuario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6360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85 (yellow) dispara autenticación de doble factor en lugar de denegar la solicitud.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" y="4800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8C"/>
                </a:solidFill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5184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red de seguridad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5504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legítimo pasa el 2FA y la tarjeta — originalmente rechazada — termina tokenizada. No hay control posterior que lo detecte.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Hallazgo de diseño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Alcance y naturaleza del riesgo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dimensionar la decisión con precisión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91440" cy="4572000"/>
          </a:xfrm>
          <a:prstGeom prst="rect">
            <a:avLst/>
          </a:prstGeom>
          <a:solidFill>
            <a:srgbClr val="2E7D5F"/>
          </a:solidFill>
          <a:ln w="12700">
            <a:solidFill>
              <a:srgbClr val="2E7D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ATENÚA EL RIESGO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F"/>
                </a:solidFill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1488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probabilidad: requiere que Redis esté caído justo en la ventana entre los dos requests del mismo processID.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42900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preexistente: el rediseño no lo introduce. Ya existía sin que nadie lo detectara.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F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47091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2FA agrega un paso intermedio (aunque no es una barrera real contra este caso).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554480"/>
            <a:ext cx="91440" cy="457200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AGRAVA EL RIESGO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3E3A"/>
                </a:solidFill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21488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confirmada: una tarjeta rechazada puede terminar tokenizada. No hay control posterior que lo atrape.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3E3A"/>
                </a:solidFill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342900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rediseño lo hace silencioso: antes había ruido (errores); ahora degrada sin alertar.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4709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3E3A"/>
                </a:solidFill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47091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regulado: es tokenización de medios de pago. Una decisión de rechazo revertida tiene peso de cumplimiento.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Hallazgo de diseño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Opciones evaluadas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caminos viables para tratar el fallback en este flujo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39496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Fallar en vez de degradar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este flujo, si Redis no está disponible, fallar de forma controlada en lugar de re-ejecutar. Tratar Redis como dependencia dura, no como cache opcional.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la regla. Mejor no responder que responder mal.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709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Contradice el principio de resiliencia del Epic para este endpoint. No da visibilidad de cuán seguido ocurría.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9496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FFC8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554480"/>
            <a:ext cx="539496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  ·  RECOMENDADA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Distinguir miss real de Redis caído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46520" y="2560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un cache miss legítimo (no hay dato) de un "no pude leer porque Redis falló". En el segundo caso: emitir métrica de trazabilidad Y aplicar comportamiento conservador.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38862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remediación en un mismo cambio. No sacrifica la resiliencia de los otros 17 usos de cache.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4892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que la capa resiliente propague el motivo del fallo, no solo "vacío". Algo más de complejidad.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Hallazgo de diseño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2: instrumentar y remediar en el mismo cambio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remediación no tienen por qué ser secuenciales. El mismo mecanismo que mide cuántas veces ocurre, cierra el comportamiento inseguro. Medir primero sin remediar deja el escenario abierto sabiendo que existe.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 CONFIRMAR HOY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el apetito de riesgo: ¿aceptamos que una tarjeta rechazada pueda tokenizarse con Redis caído, o lo cerramos?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343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si la remediación entra en el scope de CCACCS-254 o se separa en un ticket propio.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937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agregar un test de integración del escenario "Redis caído" (hoy no existe — fue el punto ciego).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5532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5532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 de esto: la remoción del modo IDEMPOTENCY procede (era un problema aparte, ya resuelto).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Hallazgo de diseño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Hallazgo: Fallback Redis y Precedencia de Rechazo — CCACCS-254</dc:title>
  <dc:subject>PptxGenJS Presentation</dc:subject>
  <dc:creator>Alvaro</dc:creator>
  <cp:lastModifiedBy>Alvaro</cp:lastModifiedBy>
  <cp:revision>1</cp:revision>
  <dcterms:created xsi:type="dcterms:W3CDTF">2026-06-03T23:05:15Z</dcterms:created>
  <dcterms:modified xsi:type="dcterms:W3CDTF">2026-06-03T23:05:15Z</dcterms:modified>
</cp:coreProperties>
</file>