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toma aproximadamente 25-30 minutos. La sección 07 está intencionalmente abierta a discusión.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seis problemas se identificaron durante el análisis del código actual. No son hipótesis — son hechos observables. El más grave es la ausencia de fallback, porque convierte una falla parcial (Redis) en una falla total (servicio).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trace está disponible en Dynatrace en SERVICE-2F8079C8B045CA1E. Lo importante no es solo que falló Redis — eso pasa — sino que ese fallo se convirtió en OOM y error 500 al cliente. El hotfix RedisStartupCleaner intentó mitigar pero no resolvió la causa raíz.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priorización es propuesta. Si la audiencia siente que observabilidad debería subir por encima de separación de responsabilidades, o que alguna otra reordenación tiene sentido, es el momento de discutirlo. Particularmente quiero validar que resiliencia y operaciones seguras son efectivamente los dos críticos.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resaltada en navy con borde dorado es el núcleo del rediseño. Es el componente que faltaba en la arquitectura actual y la causa de que el fallo de Redis se propagara como error 500 en el incidente. Toda la lógica de Resilience4j vive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referencia. Si alguien interrumpe preguntando qué significa un término, esta página tiene la respuesta. No es necesario leerlo completo durante la presentación — basta con mostrarlo brevemente.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nombres formales para que la audiencia técnica pueda discutir el diseño con vocabulario compartido. Todos son patrones estándar — no estamos inventando nada exótico.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valores son propuesta inicial. Particularmente el threshold de slow calls a 250ms está pensado para detectar degradación temprana de Redis. Si el tech lead tiene experiencia previa con valores que funcionaron en otros servicios, vale la pena traerlos a la discusión.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de no bloquear en modo IDEMPOTENCY es deliberada. Bloquear con lock distribuido es complejo (timeouts del lock, qué pasa si la primera request falla a mitad, etc.). Preferimos primero medir, luego decidir. Si la audiencia siente que el riesgo del doble cobro justifica implementar SET NX bloqueante ya, es el momento de plantearlo.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ventaja grande de Dynatrace OneAgent es que ya está instrumentando este servicio. No tenemos que agregar exportadores ni configurar nada nuevo — solo registrar métricas estándar de Micrometer y aparecen automáticamente en el dashboard del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sub-fase produce código compilable con tests pasando. Esto permite commits intermedios y code reviews parciales. La implementación usa Spec Kit para preparar specs estructurados que GitHub Copilot ejecuta dentro de IntelliJ.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escenario C es el más importante: replica las condiciones del incidente del 21-may. Si en este test el servicio sigue respondiendo correctamente (latencia un poco mayor por ir a la fuente, pero sin error 500), tenemos evidencia técnica de que el rediseño resuelve el problema. Los escenarios A, B y D son complementarios pero el C es no-negociable antes del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de Big Bang es defendible pero asume riesgo concentrado. El plan de rollback documentado pre-deploy es la mitigación principal. Vale la pena conversar si la audiencia siente que algún criterio adicional de rollback es necesario.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Riesgo no listado pero real: el riesgo de NO hacer este rediseño. La capa actual ya causó un incidente — la probabilidad de que vuelva a fallar es alta. Vale la pena nombrarlo si la audiencia pone foco solo en los riesgos del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invitando explícitamente al input. Las cuatro preguntas son las que más me importa que esta audiencia conteste. Si surgen otras durante la presentación, anotarlas.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TÉCNICA  ·  CCACCS-254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Rediseño de la Capa Redis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ca-baas-tokenization-gateway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decisiones técnicas y plan de implementación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36576" cy="9144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029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Fonseca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CCA — Credit Card Support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 mayo,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cubrir en los próximos 16 slides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630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actual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la capa Redis existente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Incidente 21-may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en Dynatrace que motivó este rediseño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46304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 diseño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propiedades priorizadas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630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objetivo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capas con responsabilidades claras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2237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Patrones y decisiones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2376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Resilience4j, modo IDEMPOTENCY, observabilidad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2237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e implementación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2376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Sub-fases, rollout, métricas de éxito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2237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discusión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input de la audiencia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actual — diagnóstico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problemas estructurales identificados en la capa Redis existente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73152" cy="128016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fallback ante caída de Redis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devuelve error 500 en lugar de consultar la fuente de verdad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9496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54480"/>
            <a:ext cx="73152" cy="128016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78040" y="1691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clearAll() usa KEYS *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78040" y="2103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bloqueante en producción, peligrosa con escalado a 10 instancias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39496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73152" cy="128016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1732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capa proxy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611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clases acceden a RedisTemplate sin coordinación de conexiones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063240"/>
            <a:ext cx="539496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063240"/>
            <a:ext cx="73152" cy="128016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7804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débil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611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printStackTrace() y TODOs en código productivo; deserialización tumba la request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539496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572000"/>
            <a:ext cx="73152" cy="128016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41732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ineficiente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5120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isRedisAvailable() llama a get("health") en CADA operación: duplica el tráfico a Redis (2 round-trips por request)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572000"/>
            <a:ext cx="539496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572000"/>
            <a:ext cx="73152" cy="128016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7804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observabilidad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5120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métricas de hit rate, miss rate, latencias o errores del cache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incidente del 21-may en producción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capturada en Dynatrace que motivó este rediseño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663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EN DYNATRACE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/api/v3/checkeligibility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23-may 10:25:06  ·  HTTP 500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CAPTURADAS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io.lettuce.core.RedisException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  ↳ 2 ocurrencias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java.lang.OutOfMemoryError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  ↳ 1 ocurrencia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CustomErrorException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  ↳ 1 ocurrencia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Suspension: 397 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estos datos nos dicen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2057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fallo de Redis se propagó al flujo de negocio y generó error 500.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017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2971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OOM correlacionado sugiere liberación incorrecta de recursos cuando Redis falla.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931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3886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escaló a 10 instancias sin que existiera orquestación de conexiones a Redis.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8463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4800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hotfix RedisStartupCleaner fue revertido — no resolvió el problema.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5852160"/>
            <a:ext cx="5303520" cy="4572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5852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rediseño estructural, no más parches.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 diseño priorizados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propiedades que la nueva capa debe tener, en orden de prioridad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728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673352"/>
            <a:ext cx="914400" cy="27432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73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ante fallas de Redis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automático a fuente de verdad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71600" y="2313432"/>
            <a:ext cx="914400" cy="27432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194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seguras en producción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timeouts, liberación de recursos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109728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889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371600" y="2953512"/>
            <a:ext cx="914400" cy="2743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953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2834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del cache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0" y="2834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Micrometer + Dynatrace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429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371600" y="3593592"/>
            <a:ext cx="914400" cy="2743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593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6888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capas con contratos claros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069080"/>
            <a:ext cx="109728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69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371600" y="4233672"/>
            <a:ext cx="914400" cy="2743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4233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4114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hacia atrás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89520" y="4114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19 usos de @RedisCacheable intactos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4709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371600" y="4873752"/>
            <a:ext cx="914400" cy="274320"/>
          </a:xfrm>
          <a:prstGeom prst="rect">
            <a:avLst/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68880" y="4754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liviano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89520" y="4754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nativo en lugar de get("health")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349240"/>
            <a:ext cx="109728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3492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371600" y="5513832"/>
            <a:ext cx="914400" cy="274320"/>
          </a:xfrm>
          <a:prstGeom prst="rect">
            <a:avLst/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5513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68880" y="5394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Configurabilidad por entorno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TTLs y umbrales en application.yml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objetivo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capas con responsabilidades claras y una sola puerta a Redis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685800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6916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 de Negocio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usos de @RedisCacheable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2395728"/>
            <a:ext cx="365760" cy="109728"/>
          </a:xfrm>
          <a:prstGeom prst="downArrow">
            <a:avLst/>
          </a:prstGeom>
          <a:solidFill>
            <a:srgbClr val="B0B8C8"/>
          </a:solidFill>
          <a:ln w="12700">
            <a:solidFill>
              <a:srgbClr val="B0B8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514600"/>
            <a:ext cx="6858000" cy="777240"/>
          </a:xfrm>
          <a:prstGeom prst="rect">
            <a:avLst/>
          </a:prstGeom>
          <a:solidFill>
            <a:srgbClr val="B8CCEB"/>
          </a:solidFill>
          <a:ln w="12700">
            <a:solidFill>
              <a:srgbClr val="B8C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606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 AOP — RedisCacheAspect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926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 anotación, resuelve key dinámica (SpEL), delega al CacheService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3310128"/>
            <a:ext cx="365760" cy="109728"/>
          </a:xfrm>
          <a:prstGeom prst="downArrow">
            <a:avLst/>
          </a:prstGeom>
          <a:solidFill>
            <a:srgbClr val="B0B8C8"/>
          </a:solidFill>
          <a:ln w="12700">
            <a:solidFill>
              <a:srgbClr val="B0B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429000"/>
            <a:ext cx="6858000" cy="777240"/>
          </a:xfrm>
          <a:prstGeom prst="rect">
            <a:avLst/>
          </a:prstGeom>
          <a:solidFill>
            <a:srgbClr val="8AABDC"/>
          </a:solidFill>
          <a:ln w="12700">
            <a:solidFill>
              <a:srgbClr val="8AAB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520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 de Política — CacheService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840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Serialización, prefijo de keys, métricas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4224528"/>
            <a:ext cx="365760" cy="109728"/>
          </a:xfrm>
          <a:prstGeom prst="downArrow">
            <a:avLst/>
          </a:prstGeom>
          <a:solidFill>
            <a:srgbClr val="B0B8C8"/>
          </a:solidFill>
          <a:ln w="12700">
            <a:solidFill>
              <a:srgbClr val="B0B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4343400"/>
            <a:ext cx="6858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4343400"/>
            <a:ext cx="109728" cy="77724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4434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 Proxy Resiliente — RedisResilientClient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4754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punto de acceso · Circuit Breaker · Bulkhead · Timeouts · Fallback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5138928"/>
            <a:ext cx="365760" cy="109728"/>
          </a:xfrm>
          <a:prstGeom prst="downArrow">
            <a:avLst/>
          </a:prstGeom>
          <a:solidFill>
            <a:srgbClr val="B0B8C8"/>
          </a:solidFill>
          <a:ln w="12700">
            <a:solidFill>
              <a:srgbClr val="B0B8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5257800"/>
            <a:ext cx="6858000" cy="777240"/>
          </a:xfrm>
          <a:prstGeom prst="rect">
            <a:avLst/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5349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Redis Nativo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6692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 + Lettuce  →  Azure Redis Cache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0" y="1600200"/>
            <a:ext cx="3017520" cy="42976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1600200"/>
            <a:ext cx="73152" cy="429768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15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15400" y="2194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puerta a Redis con resiliencia centralizada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15400" y="347472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clases acceden a RedisTemplate sin coordinación.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spc="300" kern="0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RedisResilientClient habla con Redis.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spc="3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ArchUnit (test) para enforzar la regla automáticamente.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Glosario rápido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que vamos a usar repetidamente en los siguientes slides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94960" cy="14173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73152" cy="14173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cuando el plan A falla. Si Redis no responde, vamos a la fuente de verdad.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confundir con callback (función que se ejecuta después de algo).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394960" cy="14173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463040"/>
            <a:ext cx="73152" cy="14173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 Breaker (CB)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que abre el circuito cuando hay muchos fallos, dejando de llamar al servicio caído temporalmente.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CLOSED (todo bien) → OPEN (muchos fallos, no llamar) → HALF_OPEN (probando recuperación).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394960" cy="14173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73152" cy="14173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Bulkhead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la cantidad de llamadas concurrentes a un recurso. Aísla fallos para que no consuman todos los hilos.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compartimentos estancos de un barco.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3063240"/>
            <a:ext cx="5394960" cy="14173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063240"/>
            <a:ext cx="73152" cy="14173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Expression Language. Lenguaje de expresiones que Spring evalúa en runtime.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@RedisCacheable: key="'prefix:' + #p5"  →  Spring sustituye #p5 por el valor real.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394960" cy="14173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73152" cy="14173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PING (Redis)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074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nativo del protocolo Redis. Retorna PONG sin tocar memoria del dataset.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liviano que get("health") porque no busca keys ni serializa valores.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4663440"/>
            <a:ext cx="5394960" cy="14173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663440"/>
            <a:ext cx="73152" cy="14173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Micrometer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5074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estándar de métricas para JVM, incluida en Spring Boot Actuator.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(suma), Timer (latencias), Gauge (estado actual). Dynatrace las auto-detecta.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Patrones aplicados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 con nombres formales para revisión de arquitectura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566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Facade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RedisResilientClient esconde Lettuce, Resilience4j, métricas y serialización detrás de una API simple.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691640"/>
            <a:ext cx="3566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 Breaker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fallas de Redis del flujo de negocio. Resilience4j.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691640"/>
            <a:ext cx="3566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Bulkhead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0" y="2331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llamadas concurrentes a Redis. Previene acumulación de hilos bloqueados (factor del OOM).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86200"/>
            <a:ext cx="3566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Degradación graceful: si Redis falla, va a la fuente de verdad sin propagar excepción.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886200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886200"/>
            <a:ext cx="3566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Cache-Aside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clásico mantenido. El aspecto pide al cache, si no está va a la fuente y popula.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3886200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886200"/>
            <a:ext cx="35661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(implícita)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0392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cache (qué, TTL, cómo serializar) separada del transporte (cómo hablar con Redis).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Resilience4j — configuración propuesta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mínima a fallos según definición del Tech Lead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5661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857"/>
                </a:solidFill>
              </a:rPr>
              <a:t>◉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 Breaker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llamadas (count-based)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THRESHOLD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3355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SLOW-CALL THRESHOLD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sobre 250ms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343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OPEN → HALF-OPEN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4544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segundos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937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HALF-OPEN PROBES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68680" y="5138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llamadas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1600200"/>
            <a:ext cx="356616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600200"/>
            <a:ext cx="35661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691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857"/>
                </a:solidFill>
              </a:rPr>
              <a:t>◧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34924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Bulkhead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0916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154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CONCURRENTES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09160" y="3355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máximo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MÁXIMO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09160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343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9160" y="4544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Previene acumulación de hilos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4937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9160" y="5138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del OOM del 21-may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21040" y="1600200"/>
            <a:ext cx="356616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1600200"/>
            <a:ext cx="35661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1691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C857"/>
                </a:solidFill>
              </a:rPr>
              <a:t>◐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9189720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Timeouts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54964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4964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49640" y="3154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49640" y="3355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49640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(HEALTH)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549640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49640" y="4343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549640" y="4544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49640" y="4937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49640" y="5138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Tunear con métricas reales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se agrega como dependencia nueva. Cualquier hallazgo de Checkmarx será atendido durante la implementación.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Modo IDEMPOTENCY — innovación del diseño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Distinción explícita entre cache y deduplicación de operaciones costosas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C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IDEMPOTENCY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de 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usos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Caches estándar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HST doubleCheckEligibility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Retorna valor cacheado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Retorna valor cacheado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miss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a la fuente, popula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a la fuente, popula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SET NX no-bloqueante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caído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a la fuente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a la fuente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diferenciada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race_detected → Dynatrace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0" y="1600200"/>
            <a:ext cx="256032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0" y="1600200"/>
            <a:ext cx="73152" cy="41148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ASÍ?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326880" y="2057400"/>
            <a:ext cx="2286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de negocio se mantiene: ambas requests van a la fuente.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ahora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cuántas race conditions ocurren realmente en producción.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esos datos, decidiremos en iteración futura si justifica SET NX bloqueante.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abierta:  ¿Validan mantener el comportamiento actual hasta tener datos?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Observabilidad — integración nativa con Dynatrace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Micrometer auto-detectadas por OneAgent, sin configuración adicional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MÉTRICAS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CacheService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12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contadores y timers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8C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264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estándar de métricas (ya en Actuator)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8C"/>
                </a:solidFill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OneAgent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Auto-detecta y publica al 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8C"/>
                </a:solidFill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074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367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visibles en tiempo real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 EXPUESTAS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920240"/>
            <a:ext cx="5486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9202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cache.redis.hits  (Counter, mode=CACHE|IDEMPOTENCY)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2423160"/>
            <a:ext cx="5486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4231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2423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cache.redis.misses  (Counter, mode=CACHE|IDEMPOTENCY)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2926080"/>
            <a:ext cx="5486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926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2926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cache.redis.errors  (Counter, operation=get|set|scan|ping|setnx)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429000"/>
            <a:ext cx="5486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4290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3429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cache.redis.latency  (Timer, operation=get|set)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3931920"/>
            <a:ext cx="5486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9319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cache.redis.circuit_breaker.state  (Gauge: 0=closed, 1=half-open, 2=open)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4434840"/>
            <a:ext cx="5486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368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cache.redis.bulkhead.available  (Gauge: capacidad disponible)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4937760"/>
            <a:ext cx="5486400" cy="4114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9377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▸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83680" y="4937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cache.redis.idempotency.race_detected  (Counter)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externo: Splunk depende de la resolución del tema Chassis. Fuera del scope de este rediseño.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implementación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sub-fases dentro del único Tech Story CCACCS-254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94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10515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e infraestructura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paquetes, CacheProperties, configuración Resilience4j sin tocar comportamiento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5394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08760"/>
            <a:ext cx="10515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952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proxy resiliente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RedisResilientClient con Circuit Breaker, Bulkhead, Timeouts, Fallback. Tests unitarios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5394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26080"/>
            <a:ext cx="10515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y aspecto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CacheService, RedisCacheAspect simplificado, métricas Micrometer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2926080"/>
            <a:ext cx="5394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926080"/>
            <a:ext cx="10515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92608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IDEMPOTENCY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8952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 la anotación, lógica SET NX no-bloqueante, actualizar 2 usos HST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5394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343400"/>
            <a:ext cx="10515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4340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8288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y cleanup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4892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HealthIndicator custom, eliminación de RedisStartupCleaner, migración de imports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4343400"/>
            <a:ext cx="5394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343400"/>
            <a:ext cx="10515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34340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8952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integración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89520" y="4892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Testcontainers, validación end-to-end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</a:t>
            </a:r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con Spec Kit, GitHub Copilot Enterprise en IntelliJ Ultimate. 1 desarrollador asignado.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pre-deploy con JMeter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comportamiento de resiliencia antes de llegar a producción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73152" cy="6858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en Docker local (no mockeado) + JMeter ejecutando los siguientes escenarios. Métricas en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/actuator/metrics/cache.redis.*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heap usage de la JVM.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949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822960" cy="1508760"/>
          </a:xfrm>
          <a:prstGeom prst="rect">
            <a:avLst/>
          </a:prstGeom>
          <a:solidFill>
            <a:srgbClr val="2E7D5F"/>
          </a:solidFill>
          <a:ln w="12700">
            <a:solidFill>
              <a:srgbClr val="2E7D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822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00200" y="2468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normal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req/s sostenidos × 5 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020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no hay degradación bajo carga estándar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331720"/>
            <a:ext cx="53949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331720"/>
            <a:ext cx="822960" cy="150876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31720"/>
            <a:ext cx="822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360920" y="2468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tráfico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6092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req/s × 30 segundos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6092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el bulkhead protege contra sobrecarga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53949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023360"/>
            <a:ext cx="822960" cy="150876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23360"/>
            <a:ext cx="822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60020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caído</a:t>
            </a:r>
            <a:pPr indent="0" marL="0">
              <a:buNone/>
            </a:pPr>
            <a:r>
              <a:rPr lang="en-US" sz="900" b="1" spc="200" kern="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CRÍTICO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4480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redis durante carga sostenida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00200" y="4846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el incidente del 21-may. Validar que el CB abre y el fallback funciona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4023360"/>
            <a:ext cx="53949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023360"/>
            <a:ext cx="82296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023360"/>
            <a:ext cx="822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36092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degradado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60920" y="4480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Latencia artificial con tc o proxy lento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60920" y="4846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el slow-call threshold dispara el CB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local valida resiliencia, no performance. El tuning final se hace post-deploy con métricas reales de Dynatrace.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de rollout — Big Bang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y plan de mitigación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BIG BANG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actual ya genera incidentes en producción.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de continuar con el estado actual supera el riesgo del deploy completo.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requería dual-read/dual-write de keys legacy (complejidad transitoria).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C857"/>
                </a:solidFill>
              </a:rPr>
              <a:t>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251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un desarrollador — minimizar overhead de coordinación.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ROLLBACK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 pre-definida, no bajo presión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ERROR 500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baseline en los primeros 10 min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P95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794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&gt; 20% vs baseline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NO CONTROLADAS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RedisException propagando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5074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primeros 10-15 min post-deploy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de éxito y riesgos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sabremos si el rediseño funcionó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73152" cy="4572000"/>
          </a:xfrm>
          <a:prstGeom prst="rect">
            <a:avLst/>
          </a:prstGeom>
          <a:solidFill>
            <a:srgbClr val="2E7D5F"/>
          </a:solidFill>
          <a:ln w="12700">
            <a:solidFill>
              <a:srgbClr val="2E7D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ÉXITO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500 relacionados a Redis reducidos a cero o cercano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971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p95 de /api/v3/checkeligibility estable o mejorada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749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cache visibles en Dynatrace en tiempo 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526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incidentes OOM relacionados a Redis en 30 días post-deploy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303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5303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19 usos de @RedisCacheable funcionan sin cambios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73152" cy="4572000"/>
          </a:xfrm>
          <a:prstGeom prst="rect">
            <a:avLst/>
          </a:prstGeom>
          <a:solidFill>
            <a:srgbClr val="C73E3A"/>
          </a:solidFill>
          <a:ln w="12700">
            <a:solidFill>
              <a:srgbClr val="C73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3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3E3A"/>
                </a:solidFill>
              </a:rPr>
              <a:t>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subóptima de Circuit Breaker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2560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Tuning post-deploy con métricas reales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3E3A"/>
                </a:solidFill>
              </a:rPr>
              <a:t>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Checkmarx por Resilience4j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Atender durante implementación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4114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3E3A"/>
                </a:solidFill>
              </a:rPr>
              <a:t>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en el código de fallback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4480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Path poco ejecutado, riesgo de regresión silenciosa. Tests con Testcontainers + validación pre-prod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5074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3E3A"/>
                </a:solidFill>
              </a:rPr>
              <a:t>⚠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inesperado de SET NX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5440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Métricas dedicadas para detectar anomalías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ABIERTA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60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aprobación del diseño con esta audiencia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Confluence publicada en espacio CCA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Jira CCACCS-254 actualizado con el diseño completo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implementación post-aprobación con Spec Kit + Copilot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ABIERTAS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4088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¿Validan la decisión de Big Bang sobre Canary?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4088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¿Algún ajuste a los umbrales de Resilience4j basado en experiencia previa del equipo?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4088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¿Algún caso de uso adicional que debiera considerar el modo IDEMPOTENCY?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5074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4088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restricciones de seguridad / compliance que no haya considerado?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por el tiempo y el input.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CCACCS-254  ·  Rediseño Capa Redis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Rediseño Capa Redis — ca-baas-tokenization-gateway</dc:title>
  <dc:subject>PptxGenJS Presentation</dc:subject>
  <dc:creator>Alvaro Fonseca</dc:creator>
  <cp:lastModifiedBy>Alvaro Fonseca</cp:lastModifiedBy>
  <cp:revision>1</cp:revision>
  <dcterms:created xsi:type="dcterms:W3CDTF">2026-05-27T02:04:07Z</dcterms:created>
  <dcterms:modified xsi:type="dcterms:W3CDTF">2026-05-27T02:04:07Z</dcterms:modified>
</cp:coreProperties>
</file>